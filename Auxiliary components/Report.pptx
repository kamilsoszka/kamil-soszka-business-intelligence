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a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  <p:sldId id="265" r:id="Rel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Relationship Type="http://schemas.openxmlformats.org/officeDocument/2006/relationships/slide" Target="/ppt/slides/slidea.xml" Id="RelId8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5 Month Moving average for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keyDriversVisual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COGS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Gross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Discounts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Experience in Power BI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8bd8cd1-df4c-42fd-a421-2262fe4772b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788fee197dc486d" /><Relationship Type="http://schemas.openxmlformats.org/officeDocument/2006/relationships/slideLayout" Target="/ppt/slideLayouts/slideLayout8.xml" Id="R6187d96258b2476a" /><Relationship Type="http://schemas.openxmlformats.org/officeDocument/2006/relationships/hyperlink" Target="https://app.powerbi.com/groups/me/reports/08bd8cd1-df4c-42fd-a421-2262fe4772bb/?pbi_source=PowerPoint" TargetMode="External" Id="RelId0" /><Relationship Type="http://schemas.openxmlformats.org/officeDocument/2006/relationships/image" Target="/ppt/media/image4.png" Id="imgId148681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c39fee4e3aa4bd3" /><Relationship Type="http://schemas.openxmlformats.org/officeDocument/2006/relationships/slideLayout" Target="/ppt/slideLayouts/slideLayout8.xml" Id="Re045f57a944c4f5a" /><Relationship Type="http://schemas.openxmlformats.org/officeDocument/2006/relationships/hyperlink" Target="https://app.powerbi.com/groups/me/reports/08bd8cd1-df4c-42fd-a421-2262fe4772bb/?pbi_source=PowerPoint" TargetMode="External" Id="RelId1" /><Relationship Type="http://schemas.openxmlformats.org/officeDocument/2006/relationships/image" Target="/ppt/media/image5.png" Id="imgId148681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1d154253ed08459f" /><Relationship Type="http://schemas.openxmlformats.org/officeDocument/2006/relationships/slideLayout" Target="/ppt/slideLayouts/slideLayout8.xml" Id="Ra19dfeb5f2044663" /><Relationship Type="http://schemas.openxmlformats.org/officeDocument/2006/relationships/hyperlink" Target="https://app.powerbi.com/groups/me/reports/08bd8cd1-df4c-42fd-a421-2262fe4772bb/?pbi_source=PowerPoint" TargetMode="External" Id="RelId2" /><Relationship Type="http://schemas.openxmlformats.org/officeDocument/2006/relationships/image" Target="/ppt/media/image6.png" Id="imgId148681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0e94f2b1be1141f2" /><Relationship Type="http://schemas.openxmlformats.org/officeDocument/2006/relationships/slideLayout" Target="/ppt/slideLayouts/slideLayout8.xml" Id="R05f01f1d9f37423a" /><Relationship Type="http://schemas.openxmlformats.org/officeDocument/2006/relationships/hyperlink" Target="https://app.powerbi.com/groups/me/reports/08bd8cd1-df4c-42fd-a421-2262fe4772bb/?pbi_source=PowerPoint" TargetMode="External" Id="RelId3" /><Relationship Type="http://schemas.openxmlformats.org/officeDocument/2006/relationships/image" Target="/ppt/media/image7.png" Id="imgId148681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276b6500dc6d41db" /><Relationship Type="http://schemas.openxmlformats.org/officeDocument/2006/relationships/slideLayout" Target="/ppt/slideLayouts/slideLayout8.xml" Id="R9b6433f30e214953" /><Relationship Type="http://schemas.openxmlformats.org/officeDocument/2006/relationships/hyperlink" Target="https://app.powerbi.com/groups/me/reports/08bd8cd1-df4c-42fd-a421-2262fe4772bb/?pbi_source=PowerPoint" TargetMode="External" Id="RelId4" /><Relationship Type="http://schemas.openxmlformats.org/officeDocument/2006/relationships/image" Target="/ppt/media/image8.png" Id="imgId1486811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122b7423bdee4b88" /><Relationship Type="http://schemas.openxmlformats.org/officeDocument/2006/relationships/slideLayout" Target="/ppt/slideLayouts/slideLayout8.xml" Id="R8b5348b5561d4250" /><Relationship Type="http://schemas.openxmlformats.org/officeDocument/2006/relationships/hyperlink" Target="https://app.powerbi.com/groups/me/reports/08bd8cd1-df4c-42fd-a421-2262fe4772bb/?pbi_source=PowerPoint" TargetMode="External" Id="RelId5" /><Relationship Type="http://schemas.openxmlformats.org/officeDocument/2006/relationships/image" Target="/ppt/media/image9.png" Id="imgId148681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313bf3d6c5094619" /><Relationship Type="http://schemas.openxmlformats.org/officeDocument/2006/relationships/slideLayout" Target="/ppt/slideLayouts/slideLayout8.xml" Id="R11088899b1dc49e2" /><Relationship Type="http://schemas.openxmlformats.org/officeDocument/2006/relationships/hyperlink" Target="https://app.powerbi.com/groups/me/reports/08bd8cd1-df4c-42fd-a421-2262fe4772bb/?pbi_source=PowerPoint" TargetMode="External" Id="RelId6" /><Relationship Type="http://schemas.openxmlformats.org/officeDocument/2006/relationships/image" Target="/ppt/media/imagea.png" Id="imgId1486940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75284617b3cd47b7" /><Relationship Type="http://schemas.openxmlformats.org/officeDocument/2006/relationships/slideLayout" Target="/ppt/slideLayouts/slideLayout8.xml" Id="R17cbda7b64fe45c9" /><Relationship Type="http://schemas.openxmlformats.org/officeDocument/2006/relationships/hyperlink" Target="https://app.powerbi.com/groups/me/reports/08bd8cd1-df4c-42fd-a421-2262fe4772bb/?pbi_source=PowerPoint" TargetMode="External" Id="RelId7" /><Relationship Type="http://schemas.openxmlformats.org/officeDocument/2006/relationships/image" Target="/ppt/media/imageb.png" Id="imgId149679804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6abfbc97fa9741ec" /><Relationship Type="http://schemas.openxmlformats.org/officeDocument/2006/relationships/slideLayout" Target="/ppt/slideLayouts/slideLayout8.xml" Id="R305d27f96353458b" /><Relationship Type="http://schemas.openxmlformats.org/officeDocument/2006/relationships/hyperlink" Target="https://app.powerbi.com/groups/me/reports/08bd8cd1-df4c-42fd-a421-2262fe4772bb/?pbi_source=PowerPoint" TargetMode="External" Id="RelId8" /><Relationship Type="http://schemas.openxmlformats.org/officeDocument/2006/relationships/image" Target="/ppt/media/imagec.png" Id="imgId14868117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12/1/2024 8:23:29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11/30/2024 8:51:56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 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Small multiples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calculations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intelligence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 groups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ableEx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Sparklines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5 Month Moving average for Profit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average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keyDriversVisual ,decompositionTreeVisual ,textbox ,textbox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940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,COGS ,Profit ,Gross Sales ,Discounts ,pivotTable ,slicer ,slicer ,slicer ,slicer ,tableEx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6798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Cards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a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Experience in Power BI ,card. Please refer to the notes on this slide for details">
            <a:hlinkClick xmlns:r="http://schemas.openxmlformats.org/officeDocument/2006/relationships" xmlns:a="http://schemas.openxmlformats.org/drawingml/2006/main" r:id="RelId8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Experience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