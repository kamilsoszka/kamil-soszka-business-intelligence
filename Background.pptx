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9D97A-EED5-E56E-B904-8F9EBAA08B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B14668-7C4C-0EBB-3852-547C4BE18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ACD7F-CDC1-0F08-3CB9-98E19E619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E3B7F-6394-4A82-A542-573DC251E3A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75333-4B6B-0D89-6D03-4326E1CE4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C9BF2-FE0E-53DB-D53D-8783CBA7D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B0AB3-E1A0-4FE3-B20F-33CCA57ED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482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4F01D-13B4-F20E-754E-585CB2116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A0971-7714-A0C8-3EFF-09F79D8AF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8335A-CC03-843B-149B-35E50111B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E3B7F-6394-4A82-A542-573DC251E3A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EE9DD-030A-F784-A15B-4F751D2B5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EB1A6-0F4B-8680-9FE2-E71D7C6A6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B0AB3-E1A0-4FE3-B20F-33CCA57ED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856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766B7-2D44-B0BC-C3D2-26390E90F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CE5E5A-E16B-1405-59B9-7C731CE58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8E806-3D58-8343-1BB6-1A6F8C69E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E3B7F-6394-4A82-A542-573DC251E3A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DF009-4CC4-8F8E-0D77-8C2E8DE1E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09274-3D5F-4B79-307E-4843E14FA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B0AB3-E1A0-4FE3-B20F-33CCA57ED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24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B82F3-199E-463D-E4DA-59BCE2926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F6C10-EEA4-9C26-BD4E-D7A8443527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452E5-700A-917E-1CAB-A01E4223D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B42557-F93C-363F-A94A-4454C5ED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E3B7F-6394-4A82-A542-573DC251E3A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B62F9-F125-EF9D-9EA7-31B780A3C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A25A7-14D7-DF1D-7DBE-66172E8B7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B0AB3-E1A0-4FE3-B20F-33CCA57ED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26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47CEF-B3DC-AC26-1FE1-3E701A199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99838-50FB-CFC1-A2CA-C2E1660BF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9F304C-1159-FE96-EF35-64145071C2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705069-B26D-5FFF-D712-181BBA3F0E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055CB8-E51A-42EF-C6A4-824FB02FA2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694B81-10A0-6597-CE80-DBAAE6BF1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E3B7F-6394-4A82-A542-573DC251E3A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A9187F-676E-6A1E-96C1-D86D9C0EC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F6786-F66A-6F41-C56D-5E775FB9E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B0AB3-E1A0-4FE3-B20F-33CCA57ED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0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FF2E9-FE7A-2D7C-AB26-AB91306BF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0B2D98-39C4-D146-7DE0-7D4EFEB0E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E3B7F-6394-4A82-A542-573DC251E3A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BDDA1-8044-2C4A-EEAB-816700910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6AA4F2-74FC-EFB0-44C5-47F95DC9F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B0AB3-E1A0-4FE3-B20F-33CCA57ED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95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5CE92E-F53E-C33C-00FB-B876211B7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E3B7F-6394-4A82-A542-573DC251E3A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C5F7A1-3E9C-86E1-4AC8-95634B04A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F1DB5-8A11-902D-E5E9-81B53DFB6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B0AB3-E1A0-4FE3-B20F-33CCA57ED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79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6CED3-9CD7-DBF5-7806-9FD8579C8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6B094-9D44-6C56-858F-AD2B63419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099402-8EC6-4431-BA4E-44F4ECAB6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EE451C-5312-0F2E-D815-65F3C120E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E3B7F-6394-4A82-A542-573DC251E3A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AA822-0DA2-7090-F3DE-47D78F2DA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A69BC-5A61-7BA1-4923-71369602F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B0AB3-E1A0-4FE3-B20F-33CCA57ED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085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EC738-1B69-4E71-5BFE-74ACA859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F6BE2-9D4C-1F46-9CE6-88EDABE4DE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4F9718-B431-3572-E6F6-496A8A24E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E1DAF-7902-F5BB-C21A-FE539A875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E3B7F-6394-4A82-A542-573DC251E3A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7B02B-4358-99CD-DAE7-B55586C6A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C1244-8325-217A-15C2-026AF5074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B0AB3-E1A0-4FE3-B20F-33CCA57ED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257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26CB1-7EB2-C897-89E9-67F8C892C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D64B2F-3E33-C2C4-785B-7B654B225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C2239-A7A2-0256-2446-3214DFF1E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E3B7F-6394-4A82-A542-573DC251E3A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38175-9287-A660-D8B6-C413C87BA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32532-F3AE-FF84-1AE1-DFAE1F473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B0AB3-E1A0-4FE3-B20F-33CCA57ED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38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FA7FF9-EB49-0694-FFDB-238A8A238D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B1278-D754-3987-7468-B8D0DDF03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558FD-6E05-533D-9B9C-20C4BE445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E3B7F-6394-4A82-A542-573DC251E3A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3289A-329B-3ACD-AC6A-60D273A5F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DC1BE-2AE9-87E6-BB8B-AB07FE3E4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B0AB3-E1A0-4FE3-B20F-33CCA57ED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714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C960CF-1D9B-51C6-4B45-6AFB32CDE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BC43-A029-EF8A-2262-991ADED46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59B3A-4C52-2884-90DD-2CC0F5315E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BE3B7F-6394-4A82-A542-573DC251E3A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2EA90-688B-B96B-FB0D-1F7E61599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D78A3-FD93-DE17-DB03-4799959D40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2B0AB3-E1A0-4FE3-B20F-33CCA57ED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7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View of Earth">
            <a:extLst>
              <a:ext uri="{FF2B5EF4-FFF2-40B4-BE49-F238E27FC236}">
                <a16:creationId xmlns:a16="http://schemas.microsoft.com/office/drawing/2014/main" id="{40D30BFE-FA1B-E8BD-D5E7-38D552F49B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146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Kamil Soszka</dc:creator>
  <cp:lastModifiedBy>Kamil Soszka</cp:lastModifiedBy>
  <cp:revision>1</cp:revision>
  <dcterms:created xsi:type="dcterms:W3CDTF">2025-08-24T16:57:48Z</dcterms:created>
  <dcterms:modified xsi:type="dcterms:W3CDTF">2025-08-24T17:09:45Z</dcterms:modified>
</cp:coreProperties>
</file>