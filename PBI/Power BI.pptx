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webextensions/webextension1.xml" ContentType="application/vnd.ms-office.webextension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C253EFA-2558-4B67-A777-162CF4FF0BEB}" v="18" dt="2025-06-24T10:44:14.95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82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mil Soszka" userId="c65f95d2-f833-4345-97e3-6df8efb11cb8" providerId="ADAL" clId="{AC253EFA-2558-4B67-A777-162CF4FF0BEB}"/>
    <pc:docChg chg="modSld">
      <pc:chgData name="Kamil Soszka" userId="c65f95d2-f833-4345-97e3-6df8efb11cb8" providerId="ADAL" clId="{AC253EFA-2558-4B67-A777-162CF4FF0BEB}" dt="2025-06-24T10:44:17.792" v="7" actId="20577"/>
      <pc:docMkLst>
        <pc:docMk/>
      </pc:docMkLst>
      <pc:sldChg chg="modNotesTx">
        <pc:chgData name="Kamil Soszka" userId="c65f95d2-f833-4345-97e3-6df8efb11cb8" providerId="ADAL" clId="{AC253EFA-2558-4B67-A777-162CF4FF0BEB}" dt="2025-06-24T10:44:17.792" v="7" actId="20577"/>
        <pc:sldMkLst>
          <pc:docMk/>
          <pc:sldMk cId="3094124687" sldId="25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1BA388-F2EE-4F88-BA81-498F1657A49F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19993E-7D39-4F63-97B1-5E4A954953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6767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Power BI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19993E-7D39-4F63-97B1-5E4A9549539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9008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C7555-7315-476E-A498-055659E2FC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2EF65F-DC05-4B15-2CB9-50C0806042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2C7638-BD82-F2C7-6002-A781ACB269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3CD27-A0CC-4495-999D-50EB614E2B29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407233-5284-A193-50A2-264960E045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B38884-D98E-B8B8-B07E-A3EC081DFF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E998CC-6EAA-4B96-8406-736056DC17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8889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A18C-610B-D20A-7581-D04A4A80C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9E5B3D-70DD-37A1-9310-54E012F383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8FFD2F-EE46-8F70-185F-C709E16B9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3CD27-A0CC-4495-999D-50EB614E2B29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85D7B4-498D-33F6-9BDA-111B6E4115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987A17-E06B-6D9E-5AE0-0A033D087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E998CC-6EAA-4B96-8406-736056DC17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4721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AACBEA-C5AF-D6BF-82F4-511F1CC15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9F9152-A992-B165-9682-209CE11039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08D202-7F4B-E791-75B9-B7334E25D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3CD27-A0CC-4495-999D-50EB614E2B29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7D9CFD-6C16-7ABF-C68F-F8C19CFB2D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0DEFF-F78E-91C5-66BC-EBDB06952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E998CC-6EAA-4B96-8406-736056DC17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4688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DDCE3A-886A-56EC-9522-B0016E13F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F8749D-8108-DD25-D6C7-373465D59D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30D2BA-AE45-865F-292E-12A8739E03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7A2673-8F3E-6F22-DD08-9FA6ADE34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3CD27-A0CC-4495-999D-50EB614E2B29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2A1180-D6CB-596E-66C7-1F9255283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74302B-A9C7-AE2E-E158-DE3EB00CD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E998CC-6EAA-4B96-8406-736056DC17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055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E7CD3-921E-9693-B9FA-D716447DC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FC5F61-AEF8-F56D-F16C-4D111EF6DD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7759FC-6567-DDC9-9C64-16512206EA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B81F14-05B5-5367-63A7-DB043FD3A1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D52442-79BF-0E58-9FFA-468293E081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7F6356-15E3-DD88-DD23-F816400FC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3CD27-A0CC-4495-999D-50EB614E2B29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D800BA5-F1EC-3A5D-2FF8-8B34F0555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26133A-6AFF-DF43-D8ED-5C4CE97C4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E998CC-6EAA-4B96-8406-736056DC17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1095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A1B27-6EA5-205A-C7C8-DB9163EC9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A16AF6-5DAF-C865-92C2-618ED7BB1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3CD27-A0CC-4495-999D-50EB614E2B29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607064-D539-4278-FB56-DCCFDF006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2AA820-4965-99E2-1C5C-B9F470B69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E998CC-6EAA-4B96-8406-736056DC17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9251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515D89-C276-7946-6FA6-94C8C93B6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3CD27-A0CC-4495-999D-50EB614E2B29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EAE9B1B-54FB-3B52-BF8D-190C25A27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84BACF-EF23-63CB-FC11-A50C11E04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E998CC-6EAA-4B96-8406-736056DC17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76406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458E0-97B1-7E03-B474-58C10F475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C3FB73-F2D3-54F7-8637-DFA375D25E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257A3F-9851-E468-9ECE-17055E4453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17268C-CE73-3C5D-9E47-DB0854D24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3CD27-A0CC-4495-999D-50EB614E2B29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D1BB99-4E51-B82F-6821-2A810BD78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2A778F-AB1B-2935-7C50-8DF5FACF5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E998CC-6EAA-4B96-8406-736056DC17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914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1E50EF-2CBC-A9F6-B81C-B4F8CBBBC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561E94B-BF94-A479-5CD3-ECD8937441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7BA70-75C9-DAC4-5EB4-8FD16B94F4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4C008A-0E2B-9283-528D-E1051BD93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3CD27-A0CC-4495-999D-50EB614E2B29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4F0470-3C46-D047-6243-B7D105B56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64BD7D-AC28-64AE-556D-DEA6CF1B9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E998CC-6EAA-4B96-8406-736056DC17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9994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FAF8D-3A58-E626-659C-8B33C69BD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04219E-6B90-C9B8-3029-C4C21F8FFA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FC7B52-D4E1-16D5-3269-59A6AAF3B7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3CD27-A0CC-4495-999D-50EB614E2B29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3D78A6-D752-F070-4942-C3D0BEF7CF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1B9760-85C0-E406-571B-C286FD9F8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E998CC-6EAA-4B96-8406-736056DC17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929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F4C996-13C0-C2D7-E59A-D2EBD1DFF0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3EEA83-A5F5-960B-5C7C-46771C8DA9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4FB624-9365-242D-596B-14C054AFA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3CD27-A0CC-4495-999D-50EB614E2B29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00F757-0042-1FD2-0AED-FE09B19D5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1B71B8-350F-DE4E-34E5-8E6563758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E998CC-6EAA-4B96-8406-736056DC17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3348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35AE4C-D1E9-F051-F72F-3F5F0123B9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A475BF-58FD-D52E-E7A6-6F900992E5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722103-1E33-4221-C73D-E812B9C92A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73CD27-A0CC-4495-999D-50EB614E2B29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8BDBB6-F5A5-B105-79EC-62859D9833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E44F0C-1943-8166-3E10-EE98E0F4F6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E998CC-6EAA-4B96-8406-736056DC17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5236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1/relationships/webextension" Target="../webextensions/webextension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Add-in 1" title="Microsoft Power BI">
                <a:extLst>
                  <a:ext uri="{FF2B5EF4-FFF2-40B4-BE49-F238E27FC236}">
                    <a16:creationId xmlns:a16="http://schemas.microsoft.com/office/drawing/2014/main" id="{34A503B9-A425-734F-F2D2-6FFE5C942E3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35596014"/>
                  </p:ext>
                </p:extLst>
              </p:nvPr>
            </p:nvGraphicFramePr>
            <p:xfrm>
              <a:off x="0" y="0"/>
              <a:ext cx="12192000" cy="68580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3"/>
              </a:graphicData>
            </a:graphic>
          </p:graphicFrame>
        </mc:Choice>
        <mc:Fallback>
          <p:pic>
            <p:nvPicPr>
              <p:cNvPr id="2" name="Add-in 1" title="Microsoft Power BI">
                <a:extLst>
                  <a:ext uri="{FF2B5EF4-FFF2-40B4-BE49-F238E27FC236}">
                    <a16:creationId xmlns:a16="http://schemas.microsoft.com/office/drawing/2014/main" id="{34A503B9-A425-734F-F2D2-6FFE5C942E3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0" y="0"/>
                <a:ext cx="12192000" cy="685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941246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webextension1.xml><?xml version="1.0" encoding="utf-8"?>
<we:webextension xmlns:we="http://schemas.microsoft.com/office/webextensions/webextension/2010/11" id="{470AC980-B3FB-4CE6-BDEA-03B9F198485C}">
  <we:reference id="wa200003233" version="2.0.0.3" store="en-US" storeType="OMEX"/>
  <we:alternateReferences>
    <we:reference id="WA200003233" version="2.0.0.3" store="WA200003233" storeType="OMEX"/>
  </we:alternateReferences>
  <we:properties>
    <we:property name="artifactViewState" value="&quot;live&quot;"/>
    <we:property name="backgroundColor" value="&quot;#F7F7F7&quot;"/>
    <we:property name="bookmark" value="&quot;H4sIAAAAAAAAA81UTW/UMBD9K5EvgLRCjrPkoze27Q1QRateqj2M7UnXNGtHtlN2qfa/M3aKqhZEEYeqlySembz35o3tO6ZNGAfYf4EtsiO2cu5mC/6mKNmC2TnWaC30kkvJe12Jsm/rWlPWjdE4G9jRHYvgrzFemjDBkIAoeLVeMBiGM7hOqx6GgAs2og/OwmB+4FxMqegnPCwY7sbBeUiQ5xEiJthbKqc1SSjfV8QIKppbPEcV56iSsq+7TtUKSwTkWNWcysJckJX9sSRBZ/pjZyMYSzQpxkE2bVvypRC8EcCha7OMYOz1cC/44d+L/ZjMibiL0u2SH/IbESekw4Ea0m3VLgWqRmndVX1dqSoz92aI94Ryf7obPXlFDs5oH/UtWIXJXjLEY5j7v2OfEcLks5zTR4lzN3mFX7HPKRtN3BPOhdOwD29CcZKsTHLOvCP3c9Ljlpqmpgpni7jBIqAnq3PZxn0/9kg/aXbED4uXFaYm79HGIpotPqttTZG/TkY7O8XjDfj4eDi08Br9ap+NPzH+134SiyctvIzp1AmVNhXWnWyw76XgIJSo5CvZLiOEQKe4cP08GGMLSikaVDrbxdu5kXf/MyIFXr+G4fx7i/OwlGwF8kbztlzylvdCdM/fFJA7WU0xks7frouyxLYTlZIVdKB1BR/a5bOQZkv6nmJluIcI2yJdzunDTTGMoPAMLGZ7x9kBg7mOdhBYnSaXv316fzK0+WbiSximxJmvcpZp1unxEz5KXXtCBgAA&quot;"/>
    <we:property name="creatorSessionId" value="&quot;c991160d-74a8-40e2-83db-fb62bc4828d0&quot;"/>
    <we:property name="creatorTenantId" value="&quot;764f7ff4-669d-400b-b064-3850240113bb&quot;"/>
    <we:property name="creatorUserId" value="&quot;10032000DBF9BF22&quot;"/>
    <we:property name="datasetId" value="&quot;5eb33b3d-248b-482d-b48c-ae2b31843280&quot;"/>
    <we:property name="embedUrl" value="&quot;/reportEmbed?reportId=902726aa-e52f-4b21-9a52-2dadf082f21c&amp;groupId=7b8849d8-a1f4-45b3-9ec5-3c1b1933f75c&amp;w=2&amp;config=eyJjbHVzdGVyVXJsIjoiaHR0cHM6Ly9XQUJJLVdFU1QtRVVST1BFLUQtUFJJTUFSWS1yZWRpcmVjdC5hbmFseXNpcy53aW5kb3dzLm5ldCIsImVtYmVkRmVhdHVyZXMiOnsidXNhZ2VNZXRyaWNzVk5leHQiOnRydWV9fQ%3D%3D&amp;disableSensitivityBanner=true&amp;storytellingChangeViewModeShortcutKeys=true&quot;"/>
    <we:property name="initialStateBookmark" value="&quot;H4sIAAAAAAAAA81UTY/aMBD9K5EvbSVU5YNCwg1YTlt20bLaS4WqiT0Bd4Md2Q6FIv57xw7VardVqXpY7SWJx+P33rxx5siEtE0NhxvYIhuxidaPWzCPUcJ6TJ1jt7fX8/Hd9deb8XxGYd04qZVloyNzYNboHqRtofYIFPyy6jGo6wWs/aqC2mKPNWisVlDLH9gl05YzLZ56DPdNrQ14yKUDhx52R+m0Ju7kY0aMwJ3c4RK566K8LKtBUfABxwQBY8wGMaXZLiEo+2OKhw70U60cSEU0PhZDOczzJO6naTxMIYYiDzKsVOv6LPjp7P2h8a443LtS770f5Tci9kinExUk8izvp8iHXIgiqwYZzwJzJWt3JiwPs31jyCtysEMbix0ojoIFQwzarv4jmyPY1gQ5s2cbS90ajndYhS3lpDsQzr0WcLDvbHTlrfRyFkaT+2HT4JaKpqIirSK3wciiIatD2kZ/nxqkQ4KN4lPvdYXx1hhULnJyixe1rSjy184IrVo33YBxz5tDCyPQTA7B+Ctpft2ntPeihNcxnSqh1GGGg6IcYlWVaQwpT7PyjVyXBqylvzjSVdcYqSLa4tQo/29H77tCPvxPizgY8Raa8+8lds3iZZ5iPBRxnvTjPK7StLg8KSBUMmmdI52/jYskwbxIM15mUIAQGXzK+xch5Zb0vcQKcE8RtkUazv5Dt842wHEBCoO9TeeAxJBHNwiU8J0L38a/P0u6fB3xA9St5wyjnAUS0iLLGi8c8AOeBVkr//gJVr94TGsGAAA=&quot;"/>
    <we:property name="isFiltersActionButtonVisible" value="false"/>
    <we:property name="isFooterCollapsed" value="false"/>
    <we:property name="isVisualContainerHeaderHidden" value="false"/>
    <we:property name="pageDisplayName" value="&quot;work uptime&quot;"/>
    <we:property name="pageName" value="&quot;cbbf699c6ce1eae0e360&quot;"/>
    <we:property name="pptInsertionSessionID" value="&quot;BAAD23BA-DE47-4E2C-BC02-E4627556F206&quot;"/>
    <we:property name="reportEmbeddedTime" value="&quot;2025-06-07T13:36:54.517Z&quot;"/>
    <we:property name="reportName" value="&quot;Calendar&quot;"/>
    <we:property name="reportState" value="&quot;CONNECTED&quot;"/>
    <we:property name="reportUrl" value="&quot;/links/b4qkYoimnU?ctid=764f7ff4-669d-400b-b064-3850240113bb&amp;bookmarkGuid=f3d7d34a-d081-4c80-b125-cf4b9e9142fd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</Words>
  <Application>Microsoft Office PowerPoint</Application>
  <PresentationFormat>Widescreen</PresentationFormat>
  <Paragraphs>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Kamil Soszka</dc:creator>
  <cp:lastModifiedBy>Kamil Soszka</cp:lastModifiedBy>
  <cp:revision>1</cp:revision>
  <dcterms:created xsi:type="dcterms:W3CDTF">2025-06-07T13:36:24Z</dcterms:created>
  <dcterms:modified xsi:type="dcterms:W3CDTF">2025-06-24T10:44:22Z</dcterms:modified>
</cp:coreProperties>
</file>