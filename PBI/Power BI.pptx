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78B86-FD66-487A-AC2D-AEF5A36CB3F5}" v="19" dt="2025-06-07T13:37:23.386"/>
    <p1510:client id="{AC253EFA-2558-4B67-A777-162CF4FF0BEB}" v="15" dt="2025-06-07T13:38:34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7555-7315-476E-A498-055659E2F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EF65F-DC05-4B15-2CB9-50C08060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C7638-BD82-F2C7-6002-A781ACB2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07233-5284-A193-50A2-264960E0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38884-D98E-B8B8-B07E-A3EC081D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8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A18C-610B-D20A-7581-D04A4A80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E5B3D-70DD-37A1-9310-54E012F38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FFD2F-EE46-8F70-185F-C709E16B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D7B4-498D-33F6-9BDA-111B6E41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7A17-E06B-6D9E-5AE0-0A033D08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7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CBEA-C5AF-D6BF-82F4-511F1CC1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F9152-A992-B165-9682-209CE1103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8D202-7F4B-E791-75B9-B7334E25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D9CFD-6C16-7ABF-C68F-F8C19CFB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0DEFF-F78E-91C5-66BC-EBDB0695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6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CE3A-886A-56EC-9522-B0016E13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749D-8108-DD25-D6C7-373465D59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0D2BA-AE45-865F-292E-12A8739E0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A2673-8F3E-6F22-DD08-9FA6ADE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A1180-D6CB-596E-66C7-1F925528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4302B-A9C7-AE2E-E158-DE3EB00C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55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7CD3-921E-9693-B9FA-D716447D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C5F61-AEF8-F56D-F16C-4D111EF6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59FC-6567-DDC9-9C64-16512206E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81F14-05B5-5367-63A7-DB043FD3A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52442-79BF-0E58-9FFA-468293E08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7F6356-15E3-DD88-DD23-F816400F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800BA5-F1EC-3A5D-2FF8-8B34F055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6133A-6AFF-DF43-D8ED-5C4CE97C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0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1B27-6EA5-205A-C7C8-DB9163EC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16AF6-5DAF-C865-92C2-618ED7BB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07064-D539-4278-FB56-DCCFDF00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AA820-4965-99E2-1C5C-B9F470B6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2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15D89-C276-7946-6FA6-94C8C93B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AE9B1B-54FB-3B52-BF8D-190C25A2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4BACF-EF23-63CB-FC11-A50C11E0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4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58E0-97B1-7E03-B474-58C10F47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FB73-F2D3-54F7-8637-DFA375D2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57A3F-9851-E468-9ECE-17055E445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7268C-CE73-3C5D-9E47-DB0854D2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1BB99-4E51-B82F-6821-2A810BD7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A778F-AB1B-2935-7C50-8DF5FACF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1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50EF-2CBC-A9F6-B81C-B4F8CBBB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1E94B-BF94-A479-5CD3-ECD893744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7BA70-75C9-DAC4-5EB4-8FD16B94F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C008A-0E2B-9283-528D-E1051BD9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F0470-3C46-D047-6243-B7D105B5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4BD7D-AC28-64AE-556D-DEA6CF1B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AF8D-3A58-E626-659C-8B33C69B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4219E-6B90-C9B8-3029-C4C21F8FF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C7B52-D4E1-16D5-3269-59A6AAF3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D78A6-D752-F070-4942-C3D0BEF7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B9760-85C0-E406-571B-C286FD9F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2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4C996-13C0-C2D7-E59A-D2EBD1DFF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EEA83-A5F5-960B-5C7C-46771C8DA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B624-9365-242D-596B-14C054AF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F757-0042-1FD2-0AED-FE09B19D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B71B8-350F-DE4E-34E5-8E656375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3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5AE4C-D1E9-F051-F72F-3F5F0123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475BF-58FD-D52E-E7A6-6F900992E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2103-1E33-4221-C73D-E812B9C92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3CD27-A0CC-4495-999D-50EB614E2B29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BDBB6-F5A5-B105-79EC-62859D983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4F0C-1943-8166-3E10-EE98E0F4F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998CC-6EAA-4B96-8406-736056DC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2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34A503B9-A425-734F-F2D2-6FFE5C942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559601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34A503B9-A425-734F-F2D2-6FFE5C942E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4124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470AC980-B3FB-4CE6-BDEA-03B9F198485C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7F7F7&quot;"/>
    <we:property name="bookmark" value="&quot;H4sIAAAAAAAAA81UTW/UMBD9K5EvgLRCjrPkoze27Q1QRateqj2M7UnXNGtHtlN2qfa/M3aKqhZEEYeqlySembz35o3tO6ZNGAfYf4EtsiO2cu5mC/6mKNmC2TnWaC30kkvJe12Jsm/rWlPWjdE4G9jRHYvgrzFemjDBkIAoeLVeMBiGM7hOqx6GgAs2og/OwmB+4FxMqegnPCwY7sbBeUiQ5xEiJthbKqc1SSjfV8QIKppbPEcV56iSsq+7TtUKSwTkWNWcysJckJX9sSRBZ/pjZyMYSzQpxkE2bVvypRC8EcCha7OMYOz1cC/44d+L/ZjMibiL0u2SH/IbESekw4Ea0m3VLgWqRmndVX1dqSoz92aI94Ryf7obPXlFDs5oH/UtWIXJXjLEY5j7v2OfEcLks5zTR4lzN3mFX7HPKRtN3BPOhdOwD29CcZKsTHLOvCP3c9Ljlpqmpgpni7jBIqAnq3PZxn0/9kg/aXbED4uXFaYm79HGIpotPqttTZG/TkY7O8XjDfj4eDi08Br9ap+NPzH+134SiyctvIzp1AmVNhXWnWyw76XgIJSo5CvZLiOEQKe4cP08GGMLSikaVDrbxdu5kXf/MyIFXr+G4fx7i/OwlGwF8kbztlzylvdCdM/fFJA7WU0xks7frouyxLYTlZIVdKB1BR/a5bOQZkv6nmJluIcI2yJdzunDTTGMoPAMLGZ7x9kBg7mOdhBYnSaXv316fzK0+WbiSximxJmvcpZp1unxEz5KXXtCBgAA&quot;"/>
    <we:property name="creatorSessionId" value="&quot;c991160d-74a8-40e2-83db-fb62bc4828d0&quot;"/>
    <we:property name="creatorTenantId" value="&quot;764f7ff4-669d-400b-b064-3850240113bb&quot;"/>
    <we:property name="creatorUserId" value="&quot;10032000DBF9BF22&quot;"/>
    <we:property name="datasetId" value="&quot;5eb33b3d-248b-482d-b48c-ae2b31843280&quot;"/>
    <we:property name="embedUrl" value="&quot;/reportEmbed?reportId=902726aa-e52f-4b21-9a52-2dadf082f21c&amp;groupId=7b8849d8-a1f4-45b3-9ec5-3c1b1933f75c&amp;w=2&amp;config=eyJjbHVzdGVyVXJsIjoiaHR0cHM6Ly9XQUJJLVdFU1QtRVVST1BFLUQ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81UTY/aMBD9K5EvbSVU5YNCwg1YTlt20bLaS4WqiT0Bd4Md2Q6FIv57xw7VardVqXpY7SWJx+P33rxx5siEtE0NhxvYIhuxidaPWzCPUcJ6TJ1jt7fX8/Hd9deb8XxGYd04qZVloyNzYNboHqRtofYIFPyy6jGo6wWs/aqC2mKPNWisVlDLH9gl05YzLZ56DPdNrQ14yKUDhx52R+m0Ju7kY0aMwJ3c4RK566K8LKtBUfABxwQBY8wGMaXZLiEo+2OKhw70U60cSEU0PhZDOczzJO6naTxMIYYiDzKsVOv6LPjp7P2h8a443LtS770f5Tci9kinExUk8izvp8iHXIgiqwYZzwJzJWt3JiwPs31jyCtysEMbix0ojoIFQwzarv4jmyPY1gQ5s2cbS90ajndYhS3lpDsQzr0WcLDvbHTlrfRyFkaT+2HT4JaKpqIirSK3wciiIatD2kZ/nxqkQ4KN4lPvdYXx1hhULnJyixe1rSjy184IrVo33YBxz5tDCyPQTA7B+Ctpft2ntPeihNcxnSqh1GGGg6IcYlWVaQwpT7PyjVyXBqylvzjSVdcYqSLa4tQo/29H77tCPvxPizgY8Raa8+8lds3iZZ5iPBRxnvTjPK7StLg8KSBUMmmdI52/jYskwbxIM15mUIAQGXzK+xch5Zb0vcQKcE8RtkUazv5Dt842wHEBCoO9TeeAxJBHNwiU8J0L38a/P0u6fB3xA9St5wyjnAUS0iLLGi8c8AOeBVkr//gJVr94TGsGAAA=&quot;"/>
    <we:property name="isFiltersActionButtonVisible" value="false"/>
    <we:property name="isFooterCollapsed" value="false"/>
    <we:property name="isVisualContainerHeaderHidden" value="false"/>
    <we:property name="pageDisplayName" value="&quot;server uptime&quot;"/>
    <we:property name="pageName" value="&quot;cbbf699c6ce1eae0e360&quot;"/>
    <we:property name="pptInsertionSessionID" value="&quot;BAAD23BA-DE47-4E2C-BC02-E4627556F206&quot;"/>
    <we:property name="reportEmbeddedTime" value="&quot;2025-06-07T13:36:54.517Z&quot;"/>
    <we:property name="reportName" value="&quot;Calendar&quot;"/>
    <we:property name="reportState" value="&quot;CONNECTED&quot;"/>
    <we:property name="reportUrl" value="&quot;/links/b4qkYoimnU?ctid=764f7ff4-669d-400b-b064-3850240113bb&amp;bookmarkGuid=f3d7d34a-d081-4c80-b125-cf4b9e9142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Soszka</dc:creator>
  <cp:lastModifiedBy>Kamil Soszka</cp:lastModifiedBy>
  <cp:revision>1</cp:revision>
  <dcterms:created xsi:type="dcterms:W3CDTF">2025-06-07T13:36:24Z</dcterms:created>
  <dcterms:modified xsi:type="dcterms:W3CDTF">2025-06-07T13:38:35Z</dcterms:modified>
</cp:coreProperties>
</file>