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40485E-DD39-4294-BEEB-772F9EBAF5B0}" v="63" dt="2025-05-29T16:12:36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l Soszka" userId="c65f95d2-f833-4345-97e3-6df8efb11cb8" providerId="ADAL" clId="{E440485E-DD39-4294-BEEB-772F9EBAF5B0}"/>
    <pc:docChg chg="custSel addSld delSld modSld">
      <pc:chgData name="Kamil Soszka" userId="c65f95d2-f833-4345-97e3-6df8efb11cb8" providerId="ADAL" clId="{E440485E-DD39-4294-BEEB-772F9EBAF5B0}" dt="2025-05-29T16:12:36.366" v="132"/>
      <pc:docMkLst>
        <pc:docMk/>
      </pc:docMkLst>
      <pc:sldChg chg="new del">
        <pc:chgData name="Kamil Soszka" userId="c65f95d2-f833-4345-97e3-6df8efb11cb8" providerId="ADAL" clId="{E440485E-DD39-4294-BEEB-772F9EBAF5B0}" dt="2025-05-10T11:53:55.451" v="2" actId="2696"/>
        <pc:sldMkLst>
          <pc:docMk/>
          <pc:sldMk cId="1539728318" sldId="256"/>
        </pc:sldMkLst>
      </pc:sldChg>
      <pc:sldChg chg="addSp delSp modSp new del mod">
        <pc:chgData name="Kamil Soszka" userId="c65f95d2-f833-4345-97e3-6df8efb11cb8" providerId="ADAL" clId="{E440485E-DD39-4294-BEEB-772F9EBAF5B0}" dt="2025-05-10T12:00:28.731" v="43" actId="47"/>
        <pc:sldMkLst>
          <pc:docMk/>
          <pc:sldMk cId="1958084871" sldId="257"/>
        </pc:sldMkLst>
      </pc:sldChg>
      <pc:sldChg chg="addSp modSp new mod setBg">
        <pc:chgData name="Kamil Soszka" userId="c65f95d2-f833-4345-97e3-6df8efb11cb8" providerId="ADAL" clId="{E440485E-DD39-4294-BEEB-772F9EBAF5B0}" dt="2025-05-29T16:12:36.366" v="132"/>
        <pc:sldMkLst>
          <pc:docMk/>
          <pc:sldMk cId="869409623" sldId="258"/>
        </pc:sldMkLst>
        <pc:spChg chg="add mod">
          <ac:chgData name="Kamil Soszka" userId="c65f95d2-f833-4345-97e3-6df8efb11cb8" providerId="ADAL" clId="{E440485E-DD39-4294-BEEB-772F9EBAF5B0}" dt="2025-05-29T16:11:09.986" v="76" actId="207"/>
          <ac:spMkLst>
            <pc:docMk/>
            <pc:sldMk cId="869409623" sldId="258"/>
            <ac:spMk id="2" creationId="{316A6060-ABAA-5260-F4CD-C59D77902A77}"/>
          </ac:spMkLst>
        </pc:spChg>
        <pc:spChg chg="add mod">
          <ac:chgData name="Kamil Soszka" userId="c65f95d2-f833-4345-97e3-6df8efb11cb8" providerId="ADAL" clId="{E440485E-DD39-4294-BEEB-772F9EBAF5B0}" dt="2025-05-29T16:11:13.219" v="77" actId="207"/>
          <ac:spMkLst>
            <pc:docMk/>
            <pc:sldMk cId="869409623" sldId="258"/>
            <ac:spMk id="3" creationId="{0005CB61-0294-72FA-617C-0D42C830A066}"/>
          </ac:spMkLst>
        </pc:spChg>
        <pc:spChg chg="add mod">
          <ac:chgData name="Kamil Soszka" userId="c65f95d2-f833-4345-97e3-6df8efb11cb8" providerId="ADAL" clId="{E440485E-DD39-4294-BEEB-772F9EBAF5B0}" dt="2025-05-29T16:11:07.282" v="75" actId="207"/>
          <ac:spMkLst>
            <pc:docMk/>
            <pc:sldMk cId="869409623" sldId="258"/>
            <ac:spMk id="4" creationId="{EE88718B-D1B0-3CFD-3F7B-A8E91B128BDD}"/>
          </ac:spMkLst>
        </pc:spChg>
        <pc:spChg chg="add mod">
          <ac:chgData name="Kamil Soszka" userId="c65f95d2-f833-4345-97e3-6df8efb11cb8" providerId="ADAL" clId="{E440485E-DD39-4294-BEEB-772F9EBAF5B0}" dt="2025-05-29T16:10:56.378" v="72" actId="207"/>
          <ac:spMkLst>
            <pc:docMk/>
            <pc:sldMk cId="869409623" sldId="258"/>
            <ac:spMk id="5" creationId="{60EFADB7-E2A8-B1DC-F424-B598829A040A}"/>
          </ac:spMkLst>
        </pc:spChg>
        <pc:spChg chg="add mod">
          <ac:chgData name="Kamil Soszka" userId="c65f95d2-f833-4345-97e3-6df8efb11cb8" providerId="ADAL" clId="{E440485E-DD39-4294-BEEB-772F9EBAF5B0}" dt="2025-05-29T16:11:00.768" v="73" actId="207"/>
          <ac:spMkLst>
            <pc:docMk/>
            <pc:sldMk cId="869409623" sldId="258"/>
            <ac:spMk id="6" creationId="{22C1CECB-7D97-BE07-D2C6-2FF67D00682B}"/>
          </ac:spMkLst>
        </pc:spChg>
        <pc:spChg chg="add mod">
          <ac:chgData name="Kamil Soszka" userId="c65f95d2-f833-4345-97e3-6df8efb11cb8" providerId="ADAL" clId="{E440485E-DD39-4294-BEEB-772F9EBAF5B0}" dt="2025-05-29T16:11:04.266" v="74" actId="207"/>
          <ac:spMkLst>
            <pc:docMk/>
            <pc:sldMk cId="869409623" sldId="258"/>
            <ac:spMk id="7" creationId="{8F90DAFB-9087-EE86-EF90-FC6C94EE2321}"/>
          </ac:spMkLst>
        </pc:spChg>
        <pc:cxnChg chg="add mod">
          <ac:chgData name="Kamil Soszka" userId="c65f95d2-f833-4345-97e3-6df8efb11cb8" providerId="ADAL" clId="{E440485E-DD39-4294-BEEB-772F9EBAF5B0}" dt="2025-05-10T12:00:09.285" v="42" actId="208"/>
          <ac:cxnSpMkLst>
            <pc:docMk/>
            <pc:sldMk cId="869409623" sldId="258"/>
            <ac:cxnSpMk id="9" creationId="{C8D52B14-DB7C-982F-2964-27EF4130479C}"/>
          </ac:cxnSpMkLst>
        </pc:cxnChg>
      </pc:sldChg>
      <pc:sldChg chg="addSp modSp new del mod">
        <pc:chgData name="Kamil Soszka" userId="c65f95d2-f833-4345-97e3-6df8efb11cb8" providerId="ADAL" clId="{E440485E-DD39-4294-BEEB-772F9EBAF5B0}" dt="2025-05-12T19:14:32.590" v="54" actId="2696"/>
        <pc:sldMkLst>
          <pc:docMk/>
          <pc:sldMk cId="494166015" sldId="259"/>
        </pc:sldMkLst>
      </pc:sldChg>
      <pc:sldChg chg="addSp modSp new del mod">
        <pc:chgData name="Kamil Soszka" userId="c65f95d2-f833-4345-97e3-6df8efb11cb8" providerId="ADAL" clId="{E440485E-DD39-4294-BEEB-772F9EBAF5B0}" dt="2025-05-25T18:35:19.527" v="71" actId="47"/>
        <pc:sldMkLst>
          <pc:docMk/>
          <pc:sldMk cId="1940603598" sldId="259"/>
        </pc:sldMkLst>
      </pc:sldChg>
      <pc:sldChg chg="del">
        <pc:chgData name="Kamil Soszka" userId="c65f95d2-f833-4345-97e3-6df8efb11cb8" providerId="ADAL" clId="{E440485E-DD39-4294-BEEB-772F9EBAF5B0}" dt="2025-05-25T18:35:19.527" v="71" actId="47"/>
        <pc:sldMkLst>
          <pc:docMk/>
          <pc:sldMk cId="4276088617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61F1-1F4A-90C7-91C0-B24E6504D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2CD49-64E3-65C4-09A0-D95D4223D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2D583-DE3F-F0E6-C8D9-A2BB10F0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049F-1731-44FD-EF41-618D9290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BE706-6DD8-9944-0CBE-E6B35B29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6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5278-7320-EB0E-C3BC-10BC7B273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3ED3A-F883-2359-41AE-7C2962C68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79B1A-EB97-E08F-021F-454F91A4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B4759-7933-07C3-F0CB-8ACF6988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AB714-A64D-DF57-15D2-19EFCC0C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1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8B1F-4A71-5722-D943-059E8DDE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6F34A-6E17-F6FF-C1A5-801A797B1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19772-F0E5-CD8D-0C1A-2C094E61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C080A-B98B-85DE-7979-8640FA72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AFCFD-454F-100F-B660-BB2D87EF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91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A112-5B80-B8EA-1B80-51D749AA7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11508-22BA-B96C-CB8B-B59A3E6A3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B8F9-1EDD-0214-830F-FA0073DE2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01DF4-5A62-A668-72DC-DA4337FA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E1FD4-4550-F970-CEF6-2920D3D2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7D994-AFF5-8A8D-1DAA-6866A10E0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0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CC99-1ABA-9E31-14C5-5376DDE0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DA356-7F87-62B1-83AE-E920FA5C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C8A85-D9F8-C8F7-D90B-4814F92A2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52A86-00A5-4B0C-2C14-F2D366881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D109B-5005-CC69-E8D4-ACCE73421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EBBC1-6A5D-3A78-A216-5572136F2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46236-7C80-0696-A8AD-9AD17B5C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02737-B2B5-E5A7-B0C1-D22DBE8E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1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8249E-9A09-DF87-D0D9-FD77DFF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0BDC0-27AE-67F3-1AB0-4611A561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9E0E3-02C5-789C-2741-C690002A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55CA0-B491-57FF-4343-BE611F09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1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6A4A7-3594-C849-80D3-7FA985F6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ED626-C3FE-C659-4E54-5E090969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B8A6A-C511-26E7-CFF5-EF3A2477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0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59FA-2A3F-7591-65EA-AA16D6E3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75AE1-A55B-24D7-F676-A34353545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63A65-0C62-DCF7-BADC-3A7529308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AE9A1-5EFC-2929-A9E4-7CAA09F8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5FADB-4D74-BF19-D837-347C242D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A855-4017-3D08-B1D3-092EBFE3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1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4975-018C-1AB2-7A32-F35B3E06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A4412-6DE3-F5D0-207E-03BC8656C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3B72F-7172-A7F9-36E6-09EC1B1E4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E5131-6093-A7E7-3E36-6C8A6726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CE19B-61CB-C73A-5D10-C6079CC4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9E17-09B1-B740-39FC-89CF8FC9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3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6A0E-4D58-A9C4-59F1-CE72900F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47851-D3CF-CF2A-A1AF-F41DAE1D2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075FE-4038-DDE2-67B9-E8890997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B03F4-0533-C741-FB44-EA23905E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218C-CC55-D523-A1B6-9A1994AA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6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D225B-D475-CE25-0B7B-BC9E62A2F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F888F-2136-6136-185E-FF4F29015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AEF7-24A9-DEAC-9B55-C5C170AF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FEBC7-41D8-59A3-36B1-7BDA088D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6036C-57DC-9903-9BA2-5E7E5839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1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AEC6D6-5D07-427B-5033-E78381EB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D1293-488B-BCE3-8526-87A0F421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08BE0-297F-FBC6-3ACC-4FBB66FCD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FA907-9818-48CA-A160-72C0001140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D8BB6-4CFA-A904-3319-DA1C23C9A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21930-4FE1-6120-F21E-D71936894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24479-8331-4533-A664-C79BEFAA4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88718B-D1B0-3CFD-3F7B-A8E91B128BDD}"/>
              </a:ext>
            </a:extLst>
          </p:cNvPr>
          <p:cNvSpPr/>
          <p:nvPr/>
        </p:nvSpPr>
        <p:spPr>
          <a:xfrm>
            <a:off x="53094" y="836580"/>
            <a:ext cx="3944975" cy="2918298"/>
          </a:xfrm>
          <a:prstGeom prst="roundRect">
            <a:avLst>
              <a:gd name="adj" fmla="val 233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6A6060-ABAA-5260-F4CD-C59D77902A77}"/>
              </a:ext>
            </a:extLst>
          </p:cNvPr>
          <p:cNvSpPr/>
          <p:nvPr/>
        </p:nvSpPr>
        <p:spPr>
          <a:xfrm>
            <a:off x="4123513" y="836580"/>
            <a:ext cx="3944975" cy="2918298"/>
          </a:xfrm>
          <a:prstGeom prst="roundRect">
            <a:avLst>
              <a:gd name="adj" fmla="val 233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05CB61-0294-72FA-617C-0D42C830A066}"/>
              </a:ext>
            </a:extLst>
          </p:cNvPr>
          <p:cNvSpPr/>
          <p:nvPr/>
        </p:nvSpPr>
        <p:spPr>
          <a:xfrm>
            <a:off x="8193933" y="836580"/>
            <a:ext cx="3944975" cy="2918298"/>
          </a:xfrm>
          <a:prstGeom prst="roundRect">
            <a:avLst>
              <a:gd name="adj" fmla="val 233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EFADB7-E2A8-B1DC-F424-B598829A040A}"/>
              </a:ext>
            </a:extLst>
          </p:cNvPr>
          <p:cNvSpPr/>
          <p:nvPr/>
        </p:nvSpPr>
        <p:spPr>
          <a:xfrm>
            <a:off x="53094" y="3887822"/>
            <a:ext cx="3944975" cy="2918298"/>
          </a:xfrm>
          <a:prstGeom prst="roundRect">
            <a:avLst>
              <a:gd name="adj" fmla="val 233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C1CECB-7D97-BE07-D2C6-2FF67D00682B}"/>
              </a:ext>
            </a:extLst>
          </p:cNvPr>
          <p:cNvSpPr/>
          <p:nvPr/>
        </p:nvSpPr>
        <p:spPr>
          <a:xfrm>
            <a:off x="4123513" y="3887822"/>
            <a:ext cx="3944975" cy="2918298"/>
          </a:xfrm>
          <a:prstGeom prst="roundRect">
            <a:avLst>
              <a:gd name="adj" fmla="val 233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90DAFB-9087-EE86-EF90-FC6C94EE2321}"/>
              </a:ext>
            </a:extLst>
          </p:cNvPr>
          <p:cNvSpPr/>
          <p:nvPr/>
        </p:nvSpPr>
        <p:spPr>
          <a:xfrm>
            <a:off x="8193932" y="3887822"/>
            <a:ext cx="3944975" cy="2918298"/>
          </a:xfrm>
          <a:prstGeom prst="roundRect">
            <a:avLst>
              <a:gd name="adj" fmla="val 233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D52B14-DB7C-982F-2964-27EF4130479C}"/>
              </a:ext>
            </a:extLst>
          </p:cNvPr>
          <p:cNvCxnSpPr>
            <a:cxnSpLocks/>
          </p:cNvCxnSpPr>
          <p:nvPr/>
        </p:nvCxnSpPr>
        <p:spPr>
          <a:xfrm>
            <a:off x="53094" y="719849"/>
            <a:ext cx="120858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409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Soszka</dc:creator>
  <cp:lastModifiedBy>Kamil Soszka</cp:lastModifiedBy>
  <cp:revision>2</cp:revision>
  <dcterms:created xsi:type="dcterms:W3CDTF">2025-05-10T11:51:29Z</dcterms:created>
  <dcterms:modified xsi:type="dcterms:W3CDTF">2025-05-29T16:12:38Z</dcterms:modified>
</cp:coreProperties>
</file>