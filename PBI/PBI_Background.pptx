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40485E-DD39-4294-BEEB-772F9EBAF5B0}" v="7" dt="2025-05-12T17:12:45.7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il Soszka" userId="c65f95d2-f833-4345-97e3-6df8efb11cb8" providerId="ADAL" clId="{E440485E-DD39-4294-BEEB-772F9EBAF5B0}"/>
    <pc:docChg chg="custSel addSld delSld modSld">
      <pc:chgData name="Kamil Soszka" userId="c65f95d2-f833-4345-97e3-6df8efb11cb8" providerId="ADAL" clId="{E440485E-DD39-4294-BEEB-772F9EBAF5B0}" dt="2025-05-12T19:14:32.590" v="54" actId="2696"/>
      <pc:docMkLst>
        <pc:docMk/>
      </pc:docMkLst>
      <pc:sldChg chg="new del">
        <pc:chgData name="Kamil Soszka" userId="c65f95d2-f833-4345-97e3-6df8efb11cb8" providerId="ADAL" clId="{E440485E-DD39-4294-BEEB-772F9EBAF5B0}" dt="2025-05-10T11:53:55.451" v="2" actId="2696"/>
        <pc:sldMkLst>
          <pc:docMk/>
          <pc:sldMk cId="1539728318" sldId="256"/>
        </pc:sldMkLst>
      </pc:sldChg>
      <pc:sldChg chg="addSp delSp modSp new del mod">
        <pc:chgData name="Kamil Soszka" userId="c65f95d2-f833-4345-97e3-6df8efb11cb8" providerId="ADAL" clId="{E440485E-DD39-4294-BEEB-772F9EBAF5B0}" dt="2025-05-10T12:00:28.731" v="43" actId="47"/>
        <pc:sldMkLst>
          <pc:docMk/>
          <pc:sldMk cId="1958084871" sldId="257"/>
        </pc:sldMkLst>
      </pc:sldChg>
      <pc:sldChg chg="addSp modSp new mod">
        <pc:chgData name="Kamil Soszka" userId="c65f95d2-f833-4345-97e3-6df8efb11cb8" providerId="ADAL" clId="{E440485E-DD39-4294-BEEB-772F9EBAF5B0}" dt="2025-05-10T12:00:09.285" v="42" actId="208"/>
        <pc:sldMkLst>
          <pc:docMk/>
          <pc:sldMk cId="869409623" sldId="258"/>
        </pc:sldMkLst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2" creationId="{316A6060-ABAA-5260-F4CD-C59D77902A77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3" creationId="{0005CB61-0294-72FA-617C-0D42C830A066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4" creationId="{EE88718B-D1B0-3CFD-3F7B-A8E91B128BDD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5" creationId="{60EFADB7-E2A8-B1DC-F424-B598829A040A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6" creationId="{22C1CECB-7D97-BE07-D2C6-2FF67D00682B}"/>
          </ac:spMkLst>
        </pc:spChg>
        <pc:spChg chg="add mod">
          <ac:chgData name="Kamil Soszka" userId="c65f95d2-f833-4345-97e3-6df8efb11cb8" providerId="ADAL" clId="{E440485E-DD39-4294-BEEB-772F9EBAF5B0}" dt="2025-05-10T11:58:47.139" v="32" actId="1035"/>
          <ac:spMkLst>
            <pc:docMk/>
            <pc:sldMk cId="869409623" sldId="258"/>
            <ac:spMk id="7" creationId="{8F90DAFB-9087-EE86-EF90-FC6C94EE2321}"/>
          </ac:spMkLst>
        </pc:spChg>
        <pc:cxnChg chg="add mod">
          <ac:chgData name="Kamil Soszka" userId="c65f95d2-f833-4345-97e3-6df8efb11cb8" providerId="ADAL" clId="{E440485E-DD39-4294-BEEB-772F9EBAF5B0}" dt="2025-05-10T12:00:09.285" v="42" actId="208"/>
          <ac:cxnSpMkLst>
            <pc:docMk/>
            <pc:sldMk cId="869409623" sldId="258"/>
            <ac:cxnSpMk id="9" creationId="{C8D52B14-DB7C-982F-2964-27EF4130479C}"/>
          </ac:cxnSpMkLst>
        </pc:cxnChg>
      </pc:sldChg>
      <pc:sldChg chg="addSp modSp new del mod">
        <pc:chgData name="Kamil Soszka" userId="c65f95d2-f833-4345-97e3-6df8efb11cb8" providerId="ADAL" clId="{E440485E-DD39-4294-BEEB-772F9EBAF5B0}" dt="2025-05-12T19:14:32.590" v="54" actId="2696"/>
        <pc:sldMkLst>
          <pc:docMk/>
          <pc:sldMk cId="494166015" sldId="259"/>
        </pc:sldMkLst>
        <pc:picChg chg="add mod">
          <ac:chgData name="Kamil Soszka" userId="c65f95d2-f833-4345-97e3-6df8efb11cb8" providerId="ADAL" clId="{E440485E-DD39-4294-BEEB-772F9EBAF5B0}" dt="2025-05-12T17:13:18.473" v="52" actId="554"/>
          <ac:picMkLst>
            <pc:docMk/>
            <pc:sldMk cId="494166015" sldId="259"/>
            <ac:picMk id="3" creationId="{4DB19211-ED99-D484-72B4-01FB3ECCD60E}"/>
          </ac:picMkLst>
        </pc:picChg>
        <pc:picChg chg="add mod">
          <ac:chgData name="Kamil Soszka" userId="c65f95d2-f833-4345-97e3-6df8efb11cb8" providerId="ADAL" clId="{E440485E-DD39-4294-BEEB-772F9EBAF5B0}" dt="2025-05-12T17:13:21.611" v="53" actId="408"/>
          <ac:picMkLst>
            <pc:docMk/>
            <pc:sldMk cId="494166015" sldId="259"/>
            <ac:picMk id="5" creationId="{8E2BA51A-8BEF-4923-A6CF-8E43766C0C10}"/>
          </ac:picMkLst>
        </pc:picChg>
        <pc:picChg chg="add mod">
          <ac:chgData name="Kamil Soszka" userId="c65f95d2-f833-4345-97e3-6df8efb11cb8" providerId="ADAL" clId="{E440485E-DD39-4294-BEEB-772F9EBAF5B0}" dt="2025-05-12T17:13:18.473" v="52" actId="554"/>
          <ac:picMkLst>
            <pc:docMk/>
            <pc:sldMk cId="494166015" sldId="259"/>
            <ac:picMk id="7" creationId="{0CFB0DBA-DA5F-7F0F-B776-F28BA360CBB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161F1-1F4A-90C7-91C0-B24E6504D9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2CD49-64E3-65C4-09A0-D95D4223D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2D583-DE3F-F0E6-C8D9-A2BB10F07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3049F-1731-44FD-EF41-618D92900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BE706-6DD8-9944-0CBE-E6B35B29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869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C5278-7320-EB0E-C3BC-10BC7B273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3ED3A-F883-2359-41AE-7C2962C68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79B1A-EB97-E08F-021F-454F91A4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4759-7933-07C3-F0CB-8ACF69886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AB714-A64D-DF57-15D2-19EFCC0C9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012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28B1F-4A71-5722-D943-059E8DDE7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6F34A-6E17-F6FF-C1A5-801A797B1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19772-F0E5-CD8D-0C1A-2C094E61C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2C080A-B98B-85DE-7979-8640FA72A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AFCFD-454F-100F-B660-BB2D87EF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91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CA112-5B80-B8EA-1B80-51D749AA7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11508-22BA-B96C-CB8B-B59A3E6A3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DB8F9-1EDD-0214-830F-FA0073DE21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401DF4-5A62-A668-72DC-DA4337FA3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E1FD4-4550-F970-CEF6-2920D3D27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A7D994-AFF5-8A8D-1DAA-6866A10E0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08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2CC99-1ABA-9E31-14C5-5376DDE0D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DA356-7F87-62B1-83AE-E920FA5CC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6C8A85-D9F8-C8F7-D90B-4814F92A2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B52A86-00A5-4B0C-2C14-F2D3668819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ED109B-5005-CC69-E8D4-ACCE73421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4EBBC1-6A5D-3A78-A216-5572136F2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F46236-7C80-0696-A8AD-9AD17B5CC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02737-B2B5-E5A7-B0C1-D22DBE8EE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611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249E-9A09-DF87-D0D9-FD77DFF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0BDC0-27AE-67F3-1AB0-4611A561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B9E0E3-02C5-789C-2741-C690002AC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355CA0-B491-57FF-4343-BE611F09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16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46A4A7-3594-C849-80D3-7FA985F62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FED626-C3FE-C659-4E54-5E0909696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B8A6A-C511-26E7-CFF5-EF3A247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506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B59FA-2A3F-7591-65EA-AA16D6E31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75AE1-A55B-24D7-F676-A34353545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63A65-0C62-DCF7-BADC-3A7529308A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2AE9A1-5EFC-2929-A9E4-7CAA09F80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5FADB-4D74-BF19-D837-347C242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AA855-4017-3D08-B1D3-092EBFE3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61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4975-018C-1AB2-7A32-F35B3E067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A4412-6DE3-F5D0-207E-03BC8656C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3B72F-7172-A7F9-36E6-09EC1B1E4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1E5131-6093-A7E7-3E36-6C8A6726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0CE19B-61CB-C73A-5D10-C6079CC46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9E17-09B1-B740-39FC-89CF8FC9C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3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36A0E-4D58-A9C4-59F1-CE72900FA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A47851-D3CF-CF2A-A1AF-F41DAE1D2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075FE-4038-DDE2-67B9-E88909971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B03F4-0533-C741-FB44-EA23905E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6218C-CC55-D523-A1B6-9A1994AA2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96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3D225B-D475-CE25-0B7B-BC9E62A2F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F888F-2136-6136-185E-FF4F29015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3AEF7-24A9-DEAC-9B55-C5C170AFF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FEBC7-41D8-59A3-36B1-7BDA088D3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6036C-57DC-9903-9BA2-5E7E58395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16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AEC6D6-5D07-427B-5033-E78381EB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D1293-488B-BCE3-8526-87A0F4219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08BE0-297F-FBC6-3ACC-4FBB66FCD8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FA907-9818-48CA-A160-72C000114032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D8BB6-4CFA-A904-3319-DA1C23C9A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21930-4FE1-6120-F21E-D719368947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724479-8331-4533-A664-C79BEFAA4B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6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E88718B-D1B0-3CFD-3F7B-A8E91B128BDD}"/>
              </a:ext>
            </a:extLst>
          </p:cNvPr>
          <p:cNvSpPr/>
          <p:nvPr/>
        </p:nvSpPr>
        <p:spPr>
          <a:xfrm>
            <a:off x="53094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6A6060-ABAA-5260-F4CD-C59D77902A77}"/>
              </a:ext>
            </a:extLst>
          </p:cNvPr>
          <p:cNvSpPr/>
          <p:nvPr/>
        </p:nvSpPr>
        <p:spPr>
          <a:xfrm>
            <a:off x="4123513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05CB61-0294-72FA-617C-0D42C830A066}"/>
              </a:ext>
            </a:extLst>
          </p:cNvPr>
          <p:cNvSpPr/>
          <p:nvPr/>
        </p:nvSpPr>
        <p:spPr>
          <a:xfrm>
            <a:off x="8193933" y="836580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EFADB7-E2A8-B1DC-F424-B598829A040A}"/>
              </a:ext>
            </a:extLst>
          </p:cNvPr>
          <p:cNvSpPr/>
          <p:nvPr/>
        </p:nvSpPr>
        <p:spPr>
          <a:xfrm>
            <a:off x="53094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C1CECB-7D97-BE07-D2C6-2FF67D00682B}"/>
              </a:ext>
            </a:extLst>
          </p:cNvPr>
          <p:cNvSpPr/>
          <p:nvPr/>
        </p:nvSpPr>
        <p:spPr>
          <a:xfrm>
            <a:off x="4123513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90DAFB-9087-EE86-EF90-FC6C94EE2321}"/>
              </a:ext>
            </a:extLst>
          </p:cNvPr>
          <p:cNvSpPr/>
          <p:nvPr/>
        </p:nvSpPr>
        <p:spPr>
          <a:xfrm>
            <a:off x="8193932" y="3887822"/>
            <a:ext cx="3944975" cy="2918298"/>
          </a:xfrm>
          <a:prstGeom prst="roundRect">
            <a:avLst>
              <a:gd name="adj" fmla="val 2334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8D52B14-DB7C-982F-2964-27EF4130479C}"/>
              </a:ext>
            </a:extLst>
          </p:cNvPr>
          <p:cNvCxnSpPr>
            <a:cxnSpLocks/>
          </p:cNvCxnSpPr>
          <p:nvPr/>
        </p:nvCxnSpPr>
        <p:spPr>
          <a:xfrm>
            <a:off x="53094" y="719849"/>
            <a:ext cx="1208581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40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 Soszka</dc:creator>
  <cp:lastModifiedBy>Kamil Soszka</cp:lastModifiedBy>
  <cp:revision>1</cp:revision>
  <dcterms:created xsi:type="dcterms:W3CDTF">2025-05-10T11:51:29Z</dcterms:created>
  <dcterms:modified xsi:type="dcterms:W3CDTF">2025-05-12T19:14:34Z</dcterms:modified>
</cp:coreProperties>
</file>