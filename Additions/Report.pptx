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a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b.xml" ContentType="application/vnd.openxmlformats-officedocument.presentationml.slide+xml"/>
  <Override PartName="/ppt/notesSlides/notesSlidea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  <p:sldId id="262" r:id="RelId5"/>
    <p:sldId id="263" r:id="RelId6"/>
    <p:sldId id="264" r:id="RelId7"/>
    <p:sldId id="265" r:id="RelId8"/>
    <p:sldId id="266" r:id="Rel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Relationship Type="http://schemas.openxmlformats.org/officeDocument/2006/relationships/slide" Target="/ppt/slides/slide7.xml" Id="RelId5" /><Relationship Type="http://schemas.openxmlformats.org/officeDocument/2006/relationships/slide" Target="/ppt/slides/slide8.xml" Id="RelId6" /><Relationship Type="http://schemas.openxmlformats.org/officeDocument/2006/relationships/slide" Target="/ppt/slides/slide9.xml" Id="RelId7" /><Relationship Type="http://schemas.openxmlformats.org/officeDocument/2006/relationships/slide" Target="/ppt/slides/slidea.xml" Id="RelId8" /><Relationship Type="http://schemas.openxmlformats.org/officeDocument/2006/relationships/slide" Target="/ppt/slides/slideb.xml" Id="RelId9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 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5 Month Moving average for 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keyDriversVisual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decompositionTreeVisual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Sales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COGS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Gross Sales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Discounts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filledMap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multiRowCard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a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Experience in Power BI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08bd8cd1-df4c-42fd-a421-2262fe4772bb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ddee04a967724833" /><Relationship Type="http://schemas.openxmlformats.org/officeDocument/2006/relationships/slideLayout" Target="/ppt/slideLayouts/slideLayout8.xml" Id="Re3451e77dece4260" /><Relationship Type="http://schemas.openxmlformats.org/officeDocument/2006/relationships/hyperlink" Target="https://app.powerbi.com/groups/me/reports/08bd8cd1-df4c-42fd-a421-2262fe4772bb/?pbi_source=PowerPoint" TargetMode="External" Id="RelId0" /><Relationship Type="http://schemas.openxmlformats.org/officeDocument/2006/relationships/image" Target="/ppt/media/image4.png" Id="imgId1486811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0358666531d14616" /><Relationship Type="http://schemas.openxmlformats.org/officeDocument/2006/relationships/slideLayout" Target="/ppt/slideLayouts/slideLayout8.xml" Id="R1f7463608a3e4f53" /><Relationship Type="http://schemas.openxmlformats.org/officeDocument/2006/relationships/hyperlink" Target="https://app.powerbi.com/groups/me/reports/08bd8cd1-df4c-42fd-a421-2262fe4772bb/?pbi_source=PowerPoint" TargetMode="External" Id="RelId1" /><Relationship Type="http://schemas.openxmlformats.org/officeDocument/2006/relationships/image" Target="/ppt/media/image5.png" Id="imgId1486811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108d02b4da13455a" /><Relationship Type="http://schemas.openxmlformats.org/officeDocument/2006/relationships/slideLayout" Target="/ppt/slideLayouts/slideLayout8.xml" Id="R9dc02e391d64464a" /><Relationship Type="http://schemas.openxmlformats.org/officeDocument/2006/relationships/hyperlink" Target="https://app.powerbi.com/groups/me/reports/08bd8cd1-df4c-42fd-a421-2262fe4772bb/?pbi_source=PowerPoint" TargetMode="External" Id="RelId2" /><Relationship Type="http://schemas.openxmlformats.org/officeDocument/2006/relationships/image" Target="/ppt/media/image6.png" Id="imgId1486811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459aff899ccb4468" /><Relationship Type="http://schemas.openxmlformats.org/officeDocument/2006/relationships/slideLayout" Target="/ppt/slideLayouts/slideLayout8.xml" Id="R102a2d89252f4db8" /><Relationship Type="http://schemas.openxmlformats.org/officeDocument/2006/relationships/hyperlink" Target="https://app.powerbi.com/groups/me/reports/08bd8cd1-df4c-42fd-a421-2262fe4772bb/?pbi_source=PowerPoint" TargetMode="External" Id="RelId3" /><Relationship Type="http://schemas.openxmlformats.org/officeDocument/2006/relationships/image" Target="/ppt/media/image7.png" Id="imgId1486811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008283f8d31b42bb" /><Relationship Type="http://schemas.openxmlformats.org/officeDocument/2006/relationships/slideLayout" Target="/ppt/slideLayouts/slideLayout8.xml" Id="Rad63e5b55941433e" /><Relationship Type="http://schemas.openxmlformats.org/officeDocument/2006/relationships/hyperlink" Target="https://app.powerbi.com/groups/me/reports/08bd8cd1-df4c-42fd-a421-2262fe4772bb/?pbi_source=PowerPoint" TargetMode="External" Id="RelId4" /><Relationship Type="http://schemas.openxmlformats.org/officeDocument/2006/relationships/image" Target="/ppt/media/image8.png" Id="imgId1486811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a34db1cbade5429a" /><Relationship Type="http://schemas.openxmlformats.org/officeDocument/2006/relationships/slideLayout" Target="/ppt/slideLayouts/slideLayout8.xml" Id="Rfb36c2e53bd346bd" /><Relationship Type="http://schemas.openxmlformats.org/officeDocument/2006/relationships/hyperlink" Target="https://app.powerbi.com/groups/me/reports/08bd8cd1-df4c-42fd-a421-2262fe4772bb/?pbi_source=PowerPoint" TargetMode="External" Id="RelId5" /><Relationship Type="http://schemas.openxmlformats.org/officeDocument/2006/relationships/image" Target="/ppt/media/image9.png" Id="imgId1486811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a411c6036015408e" /><Relationship Type="http://schemas.openxmlformats.org/officeDocument/2006/relationships/slideLayout" Target="/ppt/slideLayouts/slideLayout8.xml" Id="R48d3867c4e084d9b" /><Relationship Type="http://schemas.openxmlformats.org/officeDocument/2006/relationships/hyperlink" Target="https://app.powerbi.com/groups/me/reports/08bd8cd1-df4c-42fd-a421-2262fe4772bb/?pbi_source=PowerPoint" TargetMode="External" Id="RelId6" /><Relationship Type="http://schemas.openxmlformats.org/officeDocument/2006/relationships/image" Target="/ppt/media/imagea.png" Id="imgId1486940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e886e855daec4d33" /><Relationship Type="http://schemas.openxmlformats.org/officeDocument/2006/relationships/slideLayout" Target="/ppt/slideLayouts/slideLayout8.xml" Id="R6cc2702367b0433a" /><Relationship Type="http://schemas.openxmlformats.org/officeDocument/2006/relationships/hyperlink" Target="https://app.powerbi.com/groups/me/reports/08bd8cd1-df4c-42fd-a421-2262fe4772bb/?pbi_source=PowerPoint" TargetMode="External" Id="RelId7" /><Relationship Type="http://schemas.openxmlformats.org/officeDocument/2006/relationships/image" Target="/ppt/media/imageb.png" Id="imgId149679804" /></Relationships>
</file>

<file path=ppt/slides/_rels/slidea.xml.rels>&#65279;<?xml version="1.0" encoding="utf-8"?><Relationships xmlns="http://schemas.openxmlformats.org/package/2006/relationships"><Relationship Type="http://schemas.openxmlformats.org/officeDocument/2006/relationships/notesSlide" Target="/ppt/notesSlides/notesSlide9.xml" Id="R1698b882925e41d7" /><Relationship Type="http://schemas.openxmlformats.org/officeDocument/2006/relationships/slideLayout" Target="/ppt/slideLayouts/slideLayout8.xml" Id="R343c99e5870d40ef" /><Relationship Type="http://schemas.openxmlformats.org/officeDocument/2006/relationships/hyperlink" Target="https://app.powerbi.com/groups/me/reports/08bd8cd1-df4c-42fd-a421-2262fe4772bb/?pbi_source=PowerPoint" TargetMode="External" Id="RelId8" /><Relationship Type="http://schemas.openxmlformats.org/officeDocument/2006/relationships/image" Target="/ppt/media/imagec.png" Id="imgId149702483" /></Relationships>
</file>

<file path=ppt/slides/_rels/slideb.xml.rels>&#65279;<?xml version="1.0" encoding="utf-8"?><Relationships xmlns="http://schemas.openxmlformats.org/package/2006/relationships"><Relationship Type="http://schemas.openxmlformats.org/officeDocument/2006/relationships/notesSlide" Target="/ppt/notesSlides/notesSlidea.xml" Id="R95a9a4c9fd9d40f8" /><Relationship Type="http://schemas.openxmlformats.org/officeDocument/2006/relationships/slideLayout" Target="/ppt/slideLayouts/slideLayout8.xml" Id="Rbb69e1169626447a" /><Relationship Type="http://schemas.openxmlformats.org/officeDocument/2006/relationships/hyperlink" Target="https://app.powerbi.com/groups/me/reports/08bd8cd1-df4c-42fd-a421-2262fe4772bb/?pbi_source=PowerPoint" TargetMode="External" Id="RelId9" /><Relationship Type="http://schemas.openxmlformats.org/officeDocument/2006/relationships/image" Target="/ppt/media/imaged.png" Id="imgId148681170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Report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12/1/2024 11:15:23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12/1/2024 10:28:55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 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6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Small multiples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votTable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6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calculations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votTable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6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intelligence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votTable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7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Calculation groups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ableEx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6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Sparklines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slicer ,5 Month Moving average for Profit. Please refer to the notes on this slide for details">
            <a:hlinkClick xmlns:r="http://schemas.openxmlformats.org/officeDocument/2006/relationships" xmlns:a="http://schemas.openxmlformats.org/drawingml/2006/main" r:id="RelId5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average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keyDriversVisual ,decompositionTreeVisual ,textbox ,textbox. Please refer to the notes on this slide for details">
            <a:hlinkClick xmlns:r="http://schemas.openxmlformats.org/officeDocument/2006/relationships" xmlns:a="http://schemas.openxmlformats.org/drawingml/2006/main" r:id="RelId6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9409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</a:t>
            </a:r>
          </a:p>
        </p:txBody>
      </p:sp>
    </p:spTree>
    <p:clrMapOvr>
      <a:masterClrMapping xmlns:a="http://schemas.openxmlformats.org/drawingml/2006/main"/>
    </p:clrMapOvr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ales ,COGS ,Profit ,Gross Sales ,Discounts ,pivotTable ,slicer ,slicer ,slicer ,slicer ,tableEx. Please refer to the notes on this slide for details">
            <a:hlinkClick xmlns:r="http://schemas.openxmlformats.org/officeDocument/2006/relationships" xmlns:a="http://schemas.openxmlformats.org/drawingml/2006/main" r:id="RelId7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967980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KPI Cards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a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filledMap ,lineChart ,textbox ,multiRowCard. Please refer to the notes on this slide for details">
            <a:hlinkClick xmlns:r="http://schemas.openxmlformats.org/officeDocument/2006/relationships" xmlns:a="http://schemas.openxmlformats.org/drawingml/2006/main" r:id="RelId8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970248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Filled map</a:t>
            </a:r>
          </a:p>
        </p:txBody>
      </p:sp>
    </p:spTree>
    <p:clrMapOvr>
      <a:masterClrMapping xmlns:a="http://schemas.openxmlformats.org/drawingml/2006/main"/>
    </p:clrMapOvr>
  </p:cSld>
</p:sld>
</file>

<file path=ppt/slides/slideb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Experience in Power BI ,card. Please refer to the notes on this slide for details">
            <a:hlinkClick xmlns:r="http://schemas.openxmlformats.org/officeDocument/2006/relationships" xmlns:a="http://schemas.openxmlformats.org/drawingml/2006/main" r:id="RelId9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4868117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Experience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