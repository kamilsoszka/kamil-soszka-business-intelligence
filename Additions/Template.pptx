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C6F8B5-CB36-4A22-B99A-E21A83034CF7}" v="2" dt="2024-11-02T15:43:47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l Soszka" userId="c65f95d2-f833-4345-97e3-6df8efb11cb8" providerId="ADAL" clId="{4BC6F8B5-CB36-4A22-B99A-E21A83034CF7}"/>
    <pc:docChg chg="addSld modSld">
      <pc:chgData name="Kamil Soszka" userId="c65f95d2-f833-4345-97e3-6df8efb11cb8" providerId="ADAL" clId="{4BC6F8B5-CB36-4A22-B99A-E21A83034CF7}" dt="2024-11-02T17:07:41.882" v="17" actId="207"/>
      <pc:docMkLst>
        <pc:docMk/>
      </pc:docMkLst>
      <pc:sldChg chg="addSp modSp new mod setBg">
        <pc:chgData name="Kamil Soszka" userId="c65f95d2-f833-4345-97e3-6df8efb11cb8" providerId="ADAL" clId="{4BC6F8B5-CB36-4A22-B99A-E21A83034CF7}" dt="2024-11-02T17:07:41.882" v="17" actId="207"/>
        <pc:sldMkLst>
          <pc:docMk/>
          <pc:sldMk cId="502449755" sldId="256"/>
        </pc:sldMkLst>
        <pc:spChg chg="add mod">
          <ac:chgData name="Kamil Soszka" userId="c65f95d2-f833-4345-97e3-6df8efb11cb8" providerId="ADAL" clId="{4BC6F8B5-CB36-4A22-B99A-E21A83034CF7}" dt="2024-11-02T17:07:41.882" v="17" actId="207"/>
          <ac:spMkLst>
            <pc:docMk/>
            <pc:sldMk cId="502449755" sldId="256"/>
            <ac:spMk id="2" creationId="{F343A333-8F52-2206-6D2F-CB489A9261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5F91-ECA0-7D27-8CE6-648931231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373AB-47E8-4767-52E6-27A007C7D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4FABC-900D-7B22-73E0-67954DA6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66EFB-0859-48D9-D755-FAD57F87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2A290-03F6-5005-D2E1-C2DC107E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7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E009-EBDC-EFD3-842F-8C473042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62FF-062D-45FF-85F5-D4BA972E6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D46AF-D0AE-C369-4DC0-7A6820D1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59D2-E15A-2A30-AAB6-AD97206E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5F0DB-A4E4-E09F-BFE2-3B2928FD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1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864C-4AE1-C7F7-C258-A3BCC111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D4A8-0E9A-D655-2CAA-DE8D92AAE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3BD77-F572-8D7D-6846-1350E2F0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64C28-9782-427A-CFFB-6221A2F4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352B-E0C2-FA18-44FD-08CC528A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2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12FD-A56C-CB64-EDBF-48A94338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D9EF-3AD6-5A1C-7E13-E08392CB5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44BEF-A994-BEF9-1C1C-30FED46AC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F744D-CAD2-921D-84DF-2E2C0073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BE906-0460-80B9-2A67-EE1E3C39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B6988-D5EE-90C0-AF69-E87753ED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7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2345-2610-7D5D-8D92-C619CF15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20EBD-D182-7A0A-BC8C-201C7ADB3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B9A8D-C39F-92DA-9846-1A32880B1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76DA5-D783-44D4-D8E1-C11755D4D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CD58E-B65B-8D55-E2A6-1755AED4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D074B-0C55-044A-69AD-A98CC0D8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299BC-AB50-3038-3538-FB6107E0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6E74F-08DB-5FED-8343-DDC53367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3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DC66-D9ED-F64F-D18B-7E60B10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019A8-2F65-3CA1-8FEF-D2C17A3A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F3871-5D77-AC76-0854-D630AF55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1D88D-8ABA-C0D1-A2A4-392F4C41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98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1D6E7-44C6-95D8-71A5-F7E09C6F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585A4-C11A-6A51-F1C3-164850A1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67025-C513-A2AB-A8C0-E25B4272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0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4A15-5F2A-98D2-7FF8-FF6994248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4F891-3B8D-3381-9C2B-79CEA5099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A8245-AF6D-FFE9-4E78-F5203F02C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064F9-13D9-388A-CD91-2D6FA649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B3D58-0F20-1EA9-D5E3-1A5573670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01DA0-56C8-C744-0B97-2379844E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6F60-9BCD-4337-87E4-2128B085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8F753-71BE-A0E6-40E4-41199401F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38243-0B7B-4A99-5C3D-DA4D688C6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19CB4-1600-AFAD-F063-2D853947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24E16-F695-3DB5-7540-0922987E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482B2-53EA-B85A-B7F2-CD5C6224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5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B028-0430-DD08-EAC4-0527A782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F4C9C-B4F2-A197-F230-469711D4F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1A584-D579-A56E-1DBB-E158B043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EE1BA-F091-FF0B-D00B-31CC2E4B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BC67C-A5E5-528A-9E9B-5BA1730B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7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48919-54D8-77CD-D677-C1809B44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93E4C-0D81-1E98-65E2-AEA1D8B39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9AC67-4683-E2B9-6EDE-54A26595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B80F-1BB3-FEDE-AA90-D05AAA8B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0F463-BF4D-F4E6-8B36-272174CF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7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49CCD-9443-7F15-874B-A44997C0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56B35-8640-51D6-A303-CA7B2CBBB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4201-517B-3515-F284-80BE11F54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AD583-09A9-4706-B4A1-343EEDF32C0C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FDAFF-F44A-E3A5-0EA1-61ADF6F82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4D50-3671-1D5F-20DA-29E03CEFC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E1122-DA9E-4D12-82E0-D13E60AD5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0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F343A333-8F52-2206-6D2F-CB489A926117}"/>
              </a:ext>
            </a:extLst>
          </p:cNvPr>
          <p:cNvSpPr/>
          <p:nvPr/>
        </p:nvSpPr>
        <p:spPr>
          <a:xfrm rot="16200000">
            <a:off x="3245796" y="-2088205"/>
            <a:ext cx="6858000" cy="11034409"/>
          </a:xfrm>
          <a:prstGeom prst="round2SameRect">
            <a:avLst>
              <a:gd name="adj1" fmla="val 4610"/>
              <a:gd name="adj2" fmla="val 0"/>
            </a:avLst>
          </a:prstGeom>
          <a:solidFill>
            <a:srgbClr val="BED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4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Soszka</dc:creator>
  <cp:lastModifiedBy>Kamil Soszka</cp:lastModifiedBy>
  <cp:revision>1</cp:revision>
  <dcterms:created xsi:type="dcterms:W3CDTF">2024-11-02T15:41:36Z</dcterms:created>
  <dcterms:modified xsi:type="dcterms:W3CDTF">2024-11-02T17:07:42Z</dcterms:modified>
</cp:coreProperties>
</file>